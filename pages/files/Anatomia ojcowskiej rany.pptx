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34840D-C065-4181-853D-52DB58D29B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7D50C5-8338-4DE2-8CBF-3C16FBCE29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C563F0-EFA7-4BC9-945F-FEEEE8BD0C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16E3E5-E6B2-44A6-9A0D-2DE34EA650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307116-AFF1-4D9B-980E-97472090FD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67B61-18CB-4DDF-9BBE-7BF9A44F36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11EEAF-371B-4BCA-B052-607E9EBED9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2320CF-413B-4E54-B9F5-76B2870E97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84829E-2703-49F1-96D3-7026DF76B9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tytułu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konspektu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Drugi poziom konspektu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Trzeci poziom konspektu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3ED3FF-51F6-40B0-AE07-3E15DFA8C1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konspektu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Drugi poziom konspektu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Trzeci poziom konspektu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Czwarty poziom konspektu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Piąty poziom konspektu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Szósty poziom konspektu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Siódmy poziom konspektu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97A8B6-F2FF-431B-A99E-86C1B9A70D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/>
          <p:cNvPicPr/>
          <p:nvPr/>
        </p:nvPicPr>
        <p:blipFill>
          <a:blip r:embed="rId1"/>
          <a:stretch/>
        </p:blipFill>
        <p:spPr>
          <a:xfrm>
            <a:off x="0" y="0"/>
            <a:ext cx="16255800" cy="95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"/>
          <p:cNvSpPr/>
          <p:nvPr/>
        </p:nvSpPr>
        <p:spPr>
          <a:xfrm>
            <a:off x="14940000" y="9180000"/>
            <a:ext cx="131616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/>
          <p:cNvPicPr/>
          <p:nvPr/>
        </p:nvPicPr>
        <p:blipFill>
          <a:blip r:embed="rId1"/>
          <a:srcRect l="2164" t="0" r="2555" b="3917"/>
          <a:stretch/>
        </p:blipFill>
        <p:spPr>
          <a:xfrm>
            <a:off x="0" y="0"/>
            <a:ext cx="16200000" cy="91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/>
          <p:cNvPicPr/>
          <p:nvPr/>
        </p:nvPicPr>
        <p:blipFill>
          <a:blip r:embed="rId1">
            <a:lum bright="5000" contrast="15000"/>
          </a:blip>
          <a:stretch/>
        </p:blipFill>
        <p:spPr>
          <a:xfrm>
            <a:off x="0" y="0"/>
            <a:ext cx="16255800" cy="9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4940000" y="8820000"/>
            <a:ext cx="131616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1"/>
          <p:cNvPicPr/>
          <p:nvPr/>
        </p:nvPicPr>
        <p:blipFill>
          <a:blip r:embed="rId2">
            <a:lum bright="5000" contrast="15000"/>
          </a:blip>
          <a:srcRect l="50920" t="7815" r="341" b="84311"/>
          <a:stretch/>
        </p:blipFill>
        <p:spPr>
          <a:xfrm>
            <a:off x="423720" y="468000"/>
            <a:ext cx="7919640" cy="71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Picture 3"/>
          <p:cNvPicPr/>
          <p:nvPr/>
        </p:nvPicPr>
        <p:blipFill>
          <a:blip r:embed="rId3">
            <a:lum bright="5000" contrast="15000"/>
          </a:blip>
          <a:srcRect l="70851" t="9774" r="341" b="84311"/>
          <a:stretch/>
        </p:blipFill>
        <p:spPr>
          <a:xfrm>
            <a:off x="11520000" y="8496000"/>
            <a:ext cx="4680000" cy="5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"/>
          <p:cNvPicPr/>
          <p:nvPr/>
        </p:nvPicPr>
        <p:blipFill>
          <a:blip r:embed="rId4">
            <a:lum bright="5000" contrast="15000"/>
          </a:blip>
          <a:stretch/>
        </p:blipFill>
        <p:spPr>
          <a:xfrm>
            <a:off x="613440" y="828000"/>
            <a:ext cx="6694560" cy="97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>
            <a:lum bright="5000" contrast="15000"/>
          </a:blip>
          <a:srcRect l="3318" t="0" r="3153" b="3770"/>
          <a:stretch/>
        </p:blipFill>
        <p:spPr>
          <a:xfrm>
            <a:off x="-180000" y="0"/>
            <a:ext cx="16436160" cy="91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"/>
          <p:cNvSpPr/>
          <p:nvPr/>
        </p:nvSpPr>
        <p:spPr>
          <a:xfrm>
            <a:off x="7740000" y="180000"/>
            <a:ext cx="8283960" cy="90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140000" y="180000"/>
            <a:ext cx="468000" cy="90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rcRect l="0" t="0" r="5373" b="0"/>
          <a:stretch/>
        </p:blipFill>
        <p:spPr>
          <a:xfrm>
            <a:off x="4254120" y="353160"/>
            <a:ext cx="334440" cy="54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>
            <a:lum bright="5000" contrast="15000"/>
          </a:blip>
          <a:stretch/>
        </p:blipFill>
        <p:spPr>
          <a:xfrm>
            <a:off x="0" y="0"/>
            <a:ext cx="16255800" cy="95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"/>
          <p:cNvSpPr/>
          <p:nvPr/>
        </p:nvSpPr>
        <p:spPr>
          <a:xfrm>
            <a:off x="14940000" y="9144000"/>
            <a:ext cx="131616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>
            <a:lum bright="5000" contrast="15000"/>
          </a:blip>
          <a:stretch/>
        </p:blipFill>
        <p:spPr>
          <a:xfrm>
            <a:off x="0" y="0"/>
            <a:ext cx="16255800" cy="9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"/>
          <p:cNvSpPr/>
          <p:nvPr/>
        </p:nvSpPr>
        <p:spPr>
          <a:xfrm>
            <a:off x="14940000" y="8820000"/>
            <a:ext cx="131616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>
            <a:lum bright="5000" contrast="15000"/>
          </a:blip>
          <a:stretch/>
        </p:blipFill>
        <p:spPr>
          <a:xfrm>
            <a:off x="0" y="0"/>
            <a:ext cx="16255800" cy="9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"/>
          <p:cNvSpPr/>
          <p:nvPr/>
        </p:nvSpPr>
        <p:spPr>
          <a:xfrm>
            <a:off x="14940000" y="8820000"/>
            <a:ext cx="131616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>
            <a:lum bright="5000" contrast="15000"/>
          </a:blip>
          <a:stretch/>
        </p:blipFill>
        <p:spPr>
          <a:xfrm>
            <a:off x="0" y="0"/>
            <a:ext cx="16255800" cy="9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"/>
          <p:cNvSpPr/>
          <p:nvPr/>
        </p:nvSpPr>
        <p:spPr>
          <a:xfrm>
            <a:off x="14940000" y="8820000"/>
            <a:ext cx="131616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720000" y="1188000"/>
            <a:ext cx="4500000" cy="54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948000" y="756000"/>
            <a:ext cx="18000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2"/>
          <p:cNvPicPr/>
          <p:nvPr/>
        </p:nvPicPr>
        <p:blipFill>
          <a:blip r:embed="rId1">
            <a:lum bright="5000" contrast="15000"/>
          </a:blip>
          <a:stretch/>
        </p:blipFill>
        <p:spPr>
          <a:xfrm>
            <a:off x="0" y="0"/>
            <a:ext cx="16255800" cy="9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14940000" y="8820000"/>
            <a:ext cx="131616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2"/>
          <p:cNvPicPr/>
          <p:nvPr/>
        </p:nvPicPr>
        <p:blipFill>
          <a:blip r:embed="rId1">
            <a:lum bright="5000" contrast="15000"/>
          </a:blip>
          <a:stretch/>
        </p:blipFill>
        <p:spPr>
          <a:xfrm>
            <a:off x="0" y="0"/>
            <a:ext cx="16255800" cy="9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14940000" y="8820000"/>
            <a:ext cx="131616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4"/>
          <p:cNvPicPr/>
          <p:nvPr/>
        </p:nvPicPr>
        <p:blipFill>
          <a:blip r:embed="rId2">
            <a:lum bright="5000" contrast="15000"/>
          </a:blip>
          <a:srcRect l="4422" t="7835" r="35780" b="82352"/>
          <a:stretch/>
        </p:blipFill>
        <p:spPr>
          <a:xfrm>
            <a:off x="720000" y="720000"/>
            <a:ext cx="11668320" cy="10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2"/>
          <p:cNvPicPr/>
          <p:nvPr/>
        </p:nvPicPr>
        <p:blipFill>
          <a:blip r:embed="rId1">
            <a:lum bright="5000" contrast="15000"/>
          </a:blip>
          <a:stretch/>
        </p:blipFill>
        <p:spPr>
          <a:xfrm>
            <a:off x="0" y="0"/>
            <a:ext cx="16255800" cy="914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14940000" y="8820000"/>
            <a:ext cx="131616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2"/>
          <p:cNvPicPr/>
          <p:nvPr/>
        </p:nvPicPr>
        <p:blipFill>
          <a:blip r:embed="rId1">
            <a:lum bright="5000" contrast="15000"/>
          </a:blip>
          <a:stretch/>
        </p:blipFill>
        <p:spPr>
          <a:xfrm>
            <a:off x="0" y="0"/>
            <a:ext cx="16255800" cy="9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14940000" y="8820000"/>
            <a:ext cx="131616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140000" y="1080000"/>
            <a:ext cx="7380000" cy="169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0923840" y="2160000"/>
            <a:ext cx="1316160" cy="54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5"/>
          <p:cNvPicPr/>
          <p:nvPr/>
        </p:nvPicPr>
        <p:blipFill>
          <a:blip r:embed="rId2">
            <a:lum bright="5000" contrast="15000"/>
          </a:blip>
          <a:srcRect l="25463" t="21555" r="24705" b="70581"/>
          <a:stretch/>
        </p:blipFill>
        <p:spPr>
          <a:xfrm>
            <a:off x="4104000" y="1548000"/>
            <a:ext cx="8099640" cy="7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pl-PL</dc:language>
  <cp:lastModifiedBy/>
  <dcterms:modified xsi:type="dcterms:W3CDTF">2026-07-20T13:00:44Z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